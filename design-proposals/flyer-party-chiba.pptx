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0698163" cy="756126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288B6B-EB34-C783-3E17-C1D042D4A2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7271" y="1237457"/>
            <a:ext cx="8023622" cy="2632440"/>
          </a:xfrm>
        </p:spPr>
        <p:txBody>
          <a:bodyPr anchor="b"/>
          <a:lstStyle>
            <a:lvl1pPr algn="ctr">
              <a:defRPr sz="5265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9D3CF50-2D00-CB51-4A4A-B80E194694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7271" y="3971414"/>
            <a:ext cx="8023622" cy="1825554"/>
          </a:xfrm>
        </p:spPr>
        <p:txBody>
          <a:bodyPr/>
          <a:lstStyle>
            <a:lvl1pPr marL="0" indent="0" algn="ctr">
              <a:buNone/>
              <a:defRPr sz="2106"/>
            </a:lvl1pPr>
            <a:lvl2pPr marL="401193" indent="0" algn="ctr">
              <a:buNone/>
              <a:defRPr sz="1755"/>
            </a:lvl2pPr>
            <a:lvl3pPr marL="802386" indent="0" algn="ctr">
              <a:buNone/>
              <a:defRPr sz="1580"/>
            </a:lvl3pPr>
            <a:lvl4pPr marL="1203579" indent="0" algn="ctr">
              <a:buNone/>
              <a:defRPr sz="1404"/>
            </a:lvl4pPr>
            <a:lvl5pPr marL="1604772" indent="0" algn="ctr">
              <a:buNone/>
              <a:defRPr sz="1404"/>
            </a:lvl5pPr>
            <a:lvl6pPr marL="2005965" indent="0" algn="ctr">
              <a:buNone/>
              <a:defRPr sz="1404"/>
            </a:lvl6pPr>
            <a:lvl7pPr marL="2407158" indent="0" algn="ctr">
              <a:buNone/>
              <a:defRPr sz="1404"/>
            </a:lvl7pPr>
            <a:lvl8pPr marL="2808351" indent="0" algn="ctr">
              <a:buNone/>
              <a:defRPr sz="1404"/>
            </a:lvl8pPr>
            <a:lvl9pPr marL="3209544" indent="0" algn="ctr">
              <a:buNone/>
              <a:defRPr sz="1404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9D70E33-D980-8040-E94E-ACA7C5CBB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C5A78-643E-4D76-BFE6-551527A7B54F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6700D5-2B68-3702-D3DA-7B335F37F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6D8D28-B72C-0991-C334-1E0F9EC44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18BA8-D7FE-42C6-8E71-DD973D7CA8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5532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2EF0D5-1932-1CA1-A549-62A571E5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273979-3541-1D6B-EA20-E14C6966F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904AE1-BF07-A00B-A92F-FACBAE8C5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C5A78-643E-4D76-BFE6-551527A7B54F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1A24EF-97A8-0ACE-763E-5F35DFE5F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A954D6B-CA11-9320-E36F-8E2823875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18BA8-D7FE-42C6-8E71-DD973D7CA8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0241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00546C-263F-8596-1959-ABA16D487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927" y="1885067"/>
            <a:ext cx="9227166" cy="3145275"/>
          </a:xfrm>
        </p:spPr>
        <p:txBody>
          <a:bodyPr anchor="b"/>
          <a:lstStyle>
            <a:lvl1pPr>
              <a:defRPr sz="5265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084F0D3-F82C-E5DB-989C-0B0916A1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927" y="5060097"/>
            <a:ext cx="9227166" cy="1654026"/>
          </a:xfrm>
        </p:spPr>
        <p:txBody>
          <a:bodyPr/>
          <a:lstStyle>
            <a:lvl1pPr marL="0" indent="0">
              <a:buNone/>
              <a:defRPr sz="2106">
                <a:solidFill>
                  <a:schemeClr val="tx1">
                    <a:tint val="82000"/>
                  </a:schemeClr>
                </a:solidFill>
              </a:defRPr>
            </a:lvl1pPr>
            <a:lvl2pPr marL="401193" indent="0">
              <a:buNone/>
              <a:defRPr sz="1755">
                <a:solidFill>
                  <a:schemeClr val="tx1">
                    <a:tint val="82000"/>
                  </a:schemeClr>
                </a:solidFill>
              </a:defRPr>
            </a:lvl2pPr>
            <a:lvl3pPr marL="802386" indent="0">
              <a:buNone/>
              <a:defRPr sz="1580">
                <a:solidFill>
                  <a:schemeClr val="tx1">
                    <a:tint val="82000"/>
                  </a:schemeClr>
                </a:solidFill>
              </a:defRPr>
            </a:lvl3pPr>
            <a:lvl4pPr marL="1203579" indent="0">
              <a:buNone/>
              <a:defRPr sz="1404">
                <a:solidFill>
                  <a:schemeClr val="tx1">
                    <a:tint val="82000"/>
                  </a:schemeClr>
                </a:solidFill>
              </a:defRPr>
            </a:lvl4pPr>
            <a:lvl5pPr marL="1604772" indent="0">
              <a:buNone/>
              <a:defRPr sz="1404">
                <a:solidFill>
                  <a:schemeClr val="tx1">
                    <a:tint val="82000"/>
                  </a:schemeClr>
                </a:solidFill>
              </a:defRPr>
            </a:lvl5pPr>
            <a:lvl6pPr marL="2005965" indent="0">
              <a:buNone/>
              <a:defRPr sz="1404">
                <a:solidFill>
                  <a:schemeClr val="tx1">
                    <a:tint val="82000"/>
                  </a:schemeClr>
                </a:solidFill>
              </a:defRPr>
            </a:lvl6pPr>
            <a:lvl7pPr marL="2407158" indent="0">
              <a:buNone/>
              <a:defRPr sz="1404">
                <a:solidFill>
                  <a:schemeClr val="tx1">
                    <a:tint val="82000"/>
                  </a:schemeClr>
                </a:solidFill>
              </a:defRPr>
            </a:lvl7pPr>
            <a:lvl8pPr marL="2808351" indent="0">
              <a:buNone/>
              <a:defRPr sz="1404">
                <a:solidFill>
                  <a:schemeClr val="tx1">
                    <a:tint val="82000"/>
                  </a:schemeClr>
                </a:solidFill>
              </a:defRPr>
            </a:lvl8pPr>
            <a:lvl9pPr marL="3209544" indent="0">
              <a:buNone/>
              <a:defRPr sz="140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1C5036-6BD6-58B2-96A3-936B10513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C5A78-643E-4D76-BFE6-551527A7B54F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9D9EDD0-9E31-BF84-3793-325D4750D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67FC49-18E8-A9A8-EBD9-93E19ABD4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18BA8-D7FE-42C6-8E71-DD973D7CA8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5881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F63F49-0A0C-51F7-352A-FA6F28FCE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E45294-7F4D-B0FC-B4BE-37E8DA39B0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5500" y="2012836"/>
            <a:ext cx="4546719" cy="479755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7DF77D0-0F6E-C88F-C99B-7D35B7D67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5946" y="2012836"/>
            <a:ext cx="4546719" cy="479755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89707CA-1A9B-C7A8-C0C6-784B56D3C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C5A78-643E-4D76-BFE6-551527A7B54F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DC89D0-E2FE-F7F4-73A8-0B4C025D0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8BDC76F-6F0B-9D20-5F89-06A269BA5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18BA8-D7FE-42C6-8E71-DD973D7CA8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5322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0F0BA9-F869-6CD7-52B9-E9D3DECA3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892" y="402569"/>
            <a:ext cx="9227166" cy="1461495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2F2032D-B190-CE7B-3907-5CEC2EE20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6893" y="1853560"/>
            <a:ext cx="4525824" cy="908401"/>
          </a:xfrm>
        </p:spPr>
        <p:txBody>
          <a:bodyPr anchor="b"/>
          <a:lstStyle>
            <a:lvl1pPr marL="0" indent="0">
              <a:buNone/>
              <a:defRPr sz="2106" b="1"/>
            </a:lvl1pPr>
            <a:lvl2pPr marL="401193" indent="0">
              <a:buNone/>
              <a:defRPr sz="1755" b="1"/>
            </a:lvl2pPr>
            <a:lvl3pPr marL="802386" indent="0">
              <a:buNone/>
              <a:defRPr sz="1580" b="1"/>
            </a:lvl3pPr>
            <a:lvl4pPr marL="1203579" indent="0">
              <a:buNone/>
              <a:defRPr sz="1404" b="1"/>
            </a:lvl4pPr>
            <a:lvl5pPr marL="1604772" indent="0">
              <a:buNone/>
              <a:defRPr sz="1404" b="1"/>
            </a:lvl5pPr>
            <a:lvl6pPr marL="2005965" indent="0">
              <a:buNone/>
              <a:defRPr sz="1404" b="1"/>
            </a:lvl6pPr>
            <a:lvl7pPr marL="2407158" indent="0">
              <a:buNone/>
              <a:defRPr sz="1404" b="1"/>
            </a:lvl7pPr>
            <a:lvl8pPr marL="2808351" indent="0">
              <a:buNone/>
              <a:defRPr sz="1404" b="1"/>
            </a:lvl8pPr>
            <a:lvl9pPr marL="3209544" indent="0">
              <a:buNone/>
              <a:defRPr sz="1404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3C71352-7A9E-7289-817F-37E0321E78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6893" y="2761961"/>
            <a:ext cx="4525824" cy="406242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42B5750-38E1-80E0-9E75-F3044438F3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5946" y="1853560"/>
            <a:ext cx="4548113" cy="908401"/>
          </a:xfrm>
        </p:spPr>
        <p:txBody>
          <a:bodyPr anchor="b"/>
          <a:lstStyle>
            <a:lvl1pPr marL="0" indent="0">
              <a:buNone/>
              <a:defRPr sz="2106" b="1"/>
            </a:lvl1pPr>
            <a:lvl2pPr marL="401193" indent="0">
              <a:buNone/>
              <a:defRPr sz="1755" b="1"/>
            </a:lvl2pPr>
            <a:lvl3pPr marL="802386" indent="0">
              <a:buNone/>
              <a:defRPr sz="1580" b="1"/>
            </a:lvl3pPr>
            <a:lvl4pPr marL="1203579" indent="0">
              <a:buNone/>
              <a:defRPr sz="1404" b="1"/>
            </a:lvl4pPr>
            <a:lvl5pPr marL="1604772" indent="0">
              <a:buNone/>
              <a:defRPr sz="1404" b="1"/>
            </a:lvl5pPr>
            <a:lvl6pPr marL="2005965" indent="0">
              <a:buNone/>
              <a:defRPr sz="1404" b="1"/>
            </a:lvl6pPr>
            <a:lvl7pPr marL="2407158" indent="0">
              <a:buNone/>
              <a:defRPr sz="1404" b="1"/>
            </a:lvl7pPr>
            <a:lvl8pPr marL="2808351" indent="0">
              <a:buNone/>
              <a:defRPr sz="1404" b="1"/>
            </a:lvl8pPr>
            <a:lvl9pPr marL="3209544" indent="0">
              <a:buNone/>
              <a:defRPr sz="1404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5DCF303-2FD1-5364-A800-4860FE4AE5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415946" y="2761961"/>
            <a:ext cx="4548113" cy="406242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9AB8403-B362-3D90-95AC-91851C4F7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C5A78-643E-4D76-BFE6-551527A7B54F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81E5D2C-9B26-AD11-9733-532568176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4497656-4197-D787-9111-31E5D428D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18BA8-D7FE-42C6-8E71-DD973D7CA8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7606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231D8B-37B8-7C47-7711-47739A623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1C6D1EB-8525-5085-4CAE-109EB694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C5A78-643E-4D76-BFE6-551527A7B54F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874E0EA-9FF8-2DBA-04BF-FC2042183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FEFCB96-6971-49A2-B88B-F2DF983EF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18BA8-D7FE-42C6-8E71-DD973D7CA8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2004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B0AF87E-1F4D-33B7-AEC4-6A240EA6F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C5A78-643E-4D76-BFE6-551527A7B54F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9341289-8AD3-6B10-BA9E-6766A033D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31C8401-7E5C-1F9F-4426-F1406F73C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18BA8-D7FE-42C6-8E71-DD973D7CA8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9512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8DF96D-4FBB-DC92-D622-9E0DEB007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892" y="504084"/>
            <a:ext cx="3450436" cy="1764295"/>
          </a:xfrm>
        </p:spPr>
        <p:txBody>
          <a:bodyPr anchor="b"/>
          <a:lstStyle>
            <a:lvl1pPr>
              <a:defRPr sz="2808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4F2A9A-9FCC-A74F-6AD2-AD0010B34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8114" y="1088683"/>
            <a:ext cx="5415945" cy="5373398"/>
          </a:xfrm>
        </p:spPr>
        <p:txBody>
          <a:bodyPr/>
          <a:lstStyle>
            <a:lvl1pPr>
              <a:defRPr sz="2808"/>
            </a:lvl1pPr>
            <a:lvl2pPr>
              <a:defRPr sz="2457"/>
            </a:lvl2pPr>
            <a:lvl3pPr>
              <a:defRPr sz="2106"/>
            </a:lvl3pPr>
            <a:lvl4pPr>
              <a:defRPr sz="1755"/>
            </a:lvl4pPr>
            <a:lvl5pPr>
              <a:defRPr sz="1755"/>
            </a:lvl5pPr>
            <a:lvl6pPr>
              <a:defRPr sz="1755"/>
            </a:lvl6pPr>
            <a:lvl7pPr>
              <a:defRPr sz="1755"/>
            </a:lvl7pPr>
            <a:lvl8pPr>
              <a:defRPr sz="1755"/>
            </a:lvl8pPr>
            <a:lvl9pPr>
              <a:defRPr sz="1755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4566CAC-A550-1CEC-6EA4-87A9BFFB16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892" y="2268379"/>
            <a:ext cx="3450436" cy="4202453"/>
          </a:xfrm>
        </p:spPr>
        <p:txBody>
          <a:bodyPr/>
          <a:lstStyle>
            <a:lvl1pPr marL="0" indent="0">
              <a:buNone/>
              <a:defRPr sz="1404"/>
            </a:lvl1pPr>
            <a:lvl2pPr marL="401193" indent="0">
              <a:buNone/>
              <a:defRPr sz="1229"/>
            </a:lvl2pPr>
            <a:lvl3pPr marL="802386" indent="0">
              <a:buNone/>
              <a:defRPr sz="1053"/>
            </a:lvl3pPr>
            <a:lvl4pPr marL="1203579" indent="0">
              <a:buNone/>
              <a:defRPr sz="878"/>
            </a:lvl4pPr>
            <a:lvl5pPr marL="1604772" indent="0">
              <a:buNone/>
              <a:defRPr sz="878"/>
            </a:lvl5pPr>
            <a:lvl6pPr marL="2005965" indent="0">
              <a:buNone/>
              <a:defRPr sz="878"/>
            </a:lvl6pPr>
            <a:lvl7pPr marL="2407158" indent="0">
              <a:buNone/>
              <a:defRPr sz="878"/>
            </a:lvl7pPr>
            <a:lvl8pPr marL="2808351" indent="0">
              <a:buNone/>
              <a:defRPr sz="878"/>
            </a:lvl8pPr>
            <a:lvl9pPr marL="3209544" indent="0">
              <a:buNone/>
              <a:defRPr sz="878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9534137-FD75-766F-FE85-66A42226B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C5A78-643E-4D76-BFE6-551527A7B54F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5AC396D-A333-673D-C569-59E1FA87B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01EC0CC-03AA-1BCE-361B-D86F72472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18BA8-D7FE-42C6-8E71-DD973D7CA8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1979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C89614-5850-7CC8-59DA-E1C79D653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892" y="504084"/>
            <a:ext cx="3450436" cy="1764295"/>
          </a:xfrm>
        </p:spPr>
        <p:txBody>
          <a:bodyPr anchor="b"/>
          <a:lstStyle>
            <a:lvl1pPr>
              <a:defRPr sz="2808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1ED8CCC-B4E5-178B-4A1D-FE3E34629E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548114" y="1088683"/>
            <a:ext cx="5415945" cy="5373398"/>
          </a:xfrm>
        </p:spPr>
        <p:txBody>
          <a:bodyPr/>
          <a:lstStyle>
            <a:lvl1pPr marL="0" indent="0">
              <a:buNone/>
              <a:defRPr sz="2808"/>
            </a:lvl1pPr>
            <a:lvl2pPr marL="401193" indent="0">
              <a:buNone/>
              <a:defRPr sz="2457"/>
            </a:lvl2pPr>
            <a:lvl3pPr marL="802386" indent="0">
              <a:buNone/>
              <a:defRPr sz="2106"/>
            </a:lvl3pPr>
            <a:lvl4pPr marL="1203579" indent="0">
              <a:buNone/>
              <a:defRPr sz="1755"/>
            </a:lvl4pPr>
            <a:lvl5pPr marL="1604772" indent="0">
              <a:buNone/>
              <a:defRPr sz="1755"/>
            </a:lvl5pPr>
            <a:lvl6pPr marL="2005965" indent="0">
              <a:buNone/>
              <a:defRPr sz="1755"/>
            </a:lvl6pPr>
            <a:lvl7pPr marL="2407158" indent="0">
              <a:buNone/>
              <a:defRPr sz="1755"/>
            </a:lvl7pPr>
            <a:lvl8pPr marL="2808351" indent="0">
              <a:buNone/>
              <a:defRPr sz="1755"/>
            </a:lvl8pPr>
            <a:lvl9pPr marL="3209544" indent="0">
              <a:buNone/>
              <a:defRPr sz="1755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9C93BF6-4854-442E-39CE-7F31553B6A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892" y="2268379"/>
            <a:ext cx="3450436" cy="4202453"/>
          </a:xfrm>
        </p:spPr>
        <p:txBody>
          <a:bodyPr/>
          <a:lstStyle>
            <a:lvl1pPr marL="0" indent="0">
              <a:buNone/>
              <a:defRPr sz="1404"/>
            </a:lvl1pPr>
            <a:lvl2pPr marL="401193" indent="0">
              <a:buNone/>
              <a:defRPr sz="1229"/>
            </a:lvl2pPr>
            <a:lvl3pPr marL="802386" indent="0">
              <a:buNone/>
              <a:defRPr sz="1053"/>
            </a:lvl3pPr>
            <a:lvl4pPr marL="1203579" indent="0">
              <a:buNone/>
              <a:defRPr sz="878"/>
            </a:lvl4pPr>
            <a:lvl5pPr marL="1604772" indent="0">
              <a:buNone/>
              <a:defRPr sz="878"/>
            </a:lvl5pPr>
            <a:lvl6pPr marL="2005965" indent="0">
              <a:buNone/>
              <a:defRPr sz="878"/>
            </a:lvl6pPr>
            <a:lvl7pPr marL="2407158" indent="0">
              <a:buNone/>
              <a:defRPr sz="878"/>
            </a:lvl7pPr>
            <a:lvl8pPr marL="2808351" indent="0">
              <a:buNone/>
              <a:defRPr sz="878"/>
            </a:lvl8pPr>
            <a:lvl9pPr marL="3209544" indent="0">
              <a:buNone/>
              <a:defRPr sz="878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5681C42-4458-A614-5B4D-04DDD66BD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C5A78-643E-4D76-BFE6-551527A7B54F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A085CB9-E91B-1223-579F-FD82F6C7D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FDD870-BAF9-3594-785C-0480777F3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18BA8-D7FE-42C6-8E71-DD973D7CA8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9540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5662DC-D23D-B1AB-1A63-1D8D5D52F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5ABEB49-4D96-604E-A78F-13D113E379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AA08D8-1A23-519B-657C-719491981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C5A78-643E-4D76-BFE6-551527A7B54F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77117A-EE79-032C-406D-1737509D1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AF0D1E1-3993-599D-4DD9-17CA32BCF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18BA8-D7FE-42C6-8E71-DD973D7CA8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6889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301A8E5-A39D-071F-C569-063C97ACBF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655874" y="402567"/>
            <a:ext cx="2306791" cy="6407821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C9CE110-F7BF-3145-D25B-CEF1DF8687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35500" y="402567"/>
            <a:ext cx="6786647" cy="6407821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1CDB205-9D11-C773-EAA8-4C41089A8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C5A78-643E-4D76-BFE6-551527A7B54F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169AD8-DD92-FA95-7880-F566BFC3B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0512E7-446D-B20E-1E0A-854B86C3E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18BA8-D7FE-42C6-8E71-DD973D7CA8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5510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C3AC939-A009-CCF6-B9A5-179E1FEA4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499" y="402569"/>
            <a:ext cx="9227166" cy="1461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21BC258-CFFF-E616-7563-0A306182E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5499" y="2012836"/>
            <a:ext cx="9227166" cy="4797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2F0F19-539A-62C4-9AD6-00AD0AEF52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5499" y="7008172"/>
            <a:ext cx="2407087" cy="402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2C5A78-643E-4D76-BFE6-551527A7B54F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7E92C0-CD9A-5CED-F5D1-31F6A080F8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43767" y="7008172"/>
            <a:ext cx="3610630" cy="402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4FC71D-EB04-A5DF-F2D5-A16DB0450F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55578" y="7008172"/>
            <a:ext cx="2407087" cy="402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118BA8-D7FE-42C6-8E71-DD973D7CA8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628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802386" rtl="0" eaLnBrk="1" latinLnBrk="0" hangingPunct="1">
        <a:lnSpc>
          <a:spcPct val="90000"/>
        </a:lnSpc>
        <a:spcBef>
          <a:spcPct val="0"/>
        </a:spcBef>
        <a:buNone/>
        <a:defRPr kumimoji="1" sz="386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0597" indent="-200597" algn="l" defTabSz="802386" rtl="0" eaLnBrk="1" latinLnBrk="0" hangingPunct="1">
        <a:lnSpc>
          <a:spcPct val="90000"/>
        </a:lnSpc>
        <a:spcBef>
          <a:spcPts val="878"/>
        </a:spcBef>
        <a:buFont typeface="Arial" panose="020B0604020202020204" pitchFamily="34" charset="0"/>
        <a:buChar char="•"/>
        <a:defRPr kumimoji="1" sz="2457" kern="1200">
          <a:solidFill>
            <a:schemeClr val="tx1"/>
          </a:solidFill>
          <a:latin typeface="+mn-lt"/>
          <a:ea typeface="+mn-ea"/>
          <a:cs typeface="+mn-cs"/>
        </a:defRPr>
      </a:lvl1pPr>
      <a:lvl2pPr marL="601790" indent="-200597" algn="l" defTabSz="802386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kumimoji="1" sz="2106" kern="1200">
          <a:solidFill>
            <a:schemeClr val="tx1"/>
          </a:solidFill>
          <a:latin typeface="+mn-lt"/>
          <a:ea typeface="+mn-ea"/>
          <a:cs typeface="+mn-cs"/>
        </a:defRPr>
      </a:lvl2pPr>
      <a:lvl3pPr marL="1002983" indent="-200597" algn="l" defTabSz="802386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kumimoji="1" sz="1755" kern="1200">
          <a:solidFill>
            <a:schemeClr val="tx1"/>
          </a:solidFill>
          <a:latin typeface="+mn-lt"/>
          <a:ea typeface="+mn-ea"/>
          <a:cs typeface="+mn-cs"/>
        </a:defRPr>
      </a:lvl3pPr>
      <a:lvl4pPr marL="1404176" indent="-200597" algn="l" defTabSz="802386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kumimoji="1" sz="1580" kern="1200">
          <a:solidFill>
            <a:schemeClr val="tx1"/>
          </a:solidFill>
          <a:latin typeface="+mn-lt"/>
          <a:ea typeface="+mn-ea"/>
          <a:cs typeface="+mn-cs"/>
        </a:defRPr>
      </a:lvl4pPr>
      <a:lvl5pPr marL="1805369" indent="-200597" algn="l" defTabSz="802386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kumimoji="1" sz="1580" kern="1200">
          <a:solidFill>
            <a:schemeClr val="tx1"/>
          </a:solidFill>
          <a:latin typeface="+mn-lt"/>
          <a:ea typeface="+mn-ea"/>
          <a:cs typeface="+mn-cs"/>
        </a:defRPr>
      </a:lvl5pPr>
      <a:lvl6pPr marL="2206562" indent="-200597" algn="l" defTabSz="802386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kumimoji="1" sz="1580" kern="1200">
          <a:solidFill>
            <a:schemeClr val="tx1"/>
          </a:solidFill>
          <a:latin typeface="+mn-lt"/>
          <a:ea typeface="+mn-ea"/>
          <a:cs typeface="+mn-cs"/>
        </a:defRPr>
      </a:lvl6pPr>
      <a:lvl7pPr marL="2607755" indent="-200597" algn="l" defTabSz="802386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kumimoji="1" sz="1580" kern="1200">
          <a:solidFill>
            <a:schemeClr val="tx1"/>
          </a:solidFill>
          <a:latin typeface="+mn-lt"/>
          <a:ea typeface="+mn-ea"/>
          <a:cs typeface="+mn-cs"/>
        </a:defRPr>
      </a:lvl7pPr>
      <a:lvl8pPr marL="3008948" indent="-200597" algn="l" defTabSz="802386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kumimoji="1" sz="1580" kern="1200">
          <a:solidFill>
            <a:schemeClr val="tx1"/>
          </a:solidFill>
          <a:latin typeface="+mn-lt"/>
          <a:ea typeface="+mn-ea"/>
          <a:cs typeface="+mn-cs"/>
        </a:defRPr>
      </a:lvl8pPr>
      <a:lvl9pPr marL="3410141" indent="-200597" algn="l" defTabSz="802386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kumimoji="1" sz="15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802386" rtl="0" eaLnBrk="1" latinLnBrk="0" hangingPunct="1">
        <a:defRPr kumimoji="1" sz="1580" kern="1200">
          <a:solidFill>
            <a:schemeClr val="tx1"/>
          </a:solidFill>
          <a:latin typeface="+mn-lt"/>
          <a:ea typeface="+mn-ea"/>
          <a:cs typeface="+mn-cs"/>
        </a:defRPr>
      </a:lvl1pPr>
      <a:lvl2pPr marL="401193" algn="l" defTabSz="802386" rtl="0" eaLnBrk="1" latinLnBrk="0" hangingPunct="1">
        <a:defRPr kumimoji="1" sz="1580" kern="1200">
          <a:solidFill>
            <a:schemeClr val="tx1"/>
          </a:solidFill>
          <a:latin typeface="+mn-lt"/>
          <a:ea typeface="+mn-ea"/>
          <a:cs typeface="+mn-cs"/>
        </a:defRPr>
      </a:lvl2pPr>
      <a:lvl3pPr marL="802386" algn="l" defTabSz="802386" rtl="0" eaLnBrk="1" latinLnBrk="0" hangingPunct="1">
        <a:defRPr kumimoji="1" sz="1580" kern="1200">
          <a:solidFill>
            <a:schemeClr val="tx1"/>
          </a:solidFill>
          <a:latin typeface="+mn-lt"/>
          <a:ea typeface="+mn-ea"/>
          <a:cs typeface="+mn-cs"/>
        </a:defRPr>
      </a:lvl3pPr>
      <a:lvl4pPr marL="1203579" algn="l" defTabSz="802386" rtl="0" eaLnBrk="1" latinLnBrk="0" hangingPunct="1">
        <a:defRPr kumimoji="1" sz="1580" kern="1200">
          <a:solidFill>
            <a:schemeClr val="tx1"/>
          </a:solidFill>
          <a:latin typeface="+mn-lt"/>
          <a:ea typeface="+mn-ea"/>
          <a:cs typeface="+mn-cs"/>
        </a:defRPr>
      </a:lvl4pPr>
      <a:lvl5pPr marL="1604772" algn="l" defTabSz="802386" rtl="0" eaLnBrk="1" latinLnBrk="0" hangingPunct="1">
        <a:defRPr kumimoji="1" sz="1580" kern="1200">
          <a:solidFill>
            <a:schemeClr val="tx1"/>
          </a:solidFill>
          <a:latin typeface="+mn-lt"/>
          <a:ea typeface="+mn-ea"/>
          <a:cs typeface="+mn-cs"/>
        </a:defRPr>
      </a:lvl5pPr>
      <a:lvl6pPr marL="2005965" algn="l" defTabSz="802386" rtl="0" eaLnBrk="1" latinLnBrk="0" hangingPunct="1">
        <a:defRPr kumimoji="1" sz="1580" kern="1200">
          <a:solidFill>
            <a:schemeClr val="tx1"/>
          </a:solidFill>
          <a:latin typeface="+mn-lt"/>
          <a:ea typeface="+mn-ea"/>
          <a:cs typeface="+mn-cs"/>
        </a:defRPr>
      </a:lvl6pPr>
      <a:lvl7pPr marL="2407158" algn="l" defTabSz="802386" rtl="0" eaLnBrk="1" latinLnBrk="0" hangingPunct="1">
        <a:defRPr kumimoji="1" sz="1580" kern="1200">
          <a:solidFill>
            <a:schemeClr val="tx1"/>
          </a:solidFill>
          <a:latin typeface="+mn-lt"/>
          <a:ea typeface="+mn-ea"/>
          <a:cs typeface="+mn-cs"/>
        </a:defRPr>
      </a:lvl7pPr>
      <a:lvl8pPr marL="2808351" algn="l" defTabSz="802386" rtl="0" eaLnBrk="1" latinLnBrk="0" hangingPunct="1">
        <a:defRPr kumimoji="1" sz="1580" kern="1200">
          <a:solidFill>
            <a:schemeClr val="tx1"/>
          </a:solidFill>
          <a:latin typeface="+mn-lt"/>
          <a:ea typeface="+mn-ea"/>
          <a:cs typeface="+mn-cs"/>
        </a:defRPr>
      </a:lvl8pPr>
      <a:lvl9pPr marL="3209544" algn="l" defTabSz="802386" rtl="0" eaLnBrk="1" latinLnBrk="0" hangingPunct="1">
        <a:defRPr kumimoji="1" sz="15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EF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E627D9E-5E79-C284-9F60-5D9EA6EFC0CA}"/>
              </a:ext>
            </a:extLst>
          </p:cNvPr>
          <p:cNvSpPr/>
          <p:nvPr/>
        </p:nvSpPr>
        <p:spPr>
          <a:xfrm>
            <a:off x="0" y="0"/>
            <a:ext cx="10698163" cy="825500"/>
          </a:xfrm>
          <a:prstGeom prst="rect">
            <a:avLst/>
          </a:prstGeom>
          <a:solidFill>
            <a:srgbClr val="89D1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B3796F7-55E1-021D-1FC6-91F0B0E9CEE4}"/>
              </a:ext>
            </a:extLst>
          </p:cNvPr>
          <p:cNvSpPr/>
          <p:nvPr/>
        </p:nvSpPr>
        <p:spPr>
          <a:xfrm>
            <a:off x="0" y="6735763"/>
            <a:ext cx="10698163" cy="825500"/>
          </a:xfrm>
          <a:prstGeom prst="rect">
            <a:avLst/>
          </a:prstGeom>
          <a:solidFill>
            <a:srgbClr val="89D1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FB5171C-043E-FED1-86CB-246B866D2CA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698163" cy="8255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BF79C25E-8EF3-6638-25B5-27149831127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35763"/>
            <a:ext cx="10698163" cy="8255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F7B6ADF7-E9E3-E37F-83D4-00F25D10871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000" y="889000"/>
            <a:ext cx="2540000" cy="152400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0BC7D030-F069-6E90-E9E7-FDA65C29B53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" y="5080000"/>
            <a:ext cx="2159000" cy="1270000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C2194227-AEF7-648A-525F-F056B192737C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" y="1524000"/>
            <a:ext cx="2794000" cy="2349500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1DB5C1E1-B0BD-DA56-6774-3311C6B8927C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500" y="1460500"/>
            <a:ext cx="2133600" cy="3390900"/>
          </a:xfrm>
          <a:prstGeom prst="rect">
            <a:avLst/>
          </a:prstGeom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F012FD6-E87F-264A-4A73-CA28341F59B6}"/>
              </a:ext>
            </a:extLst>
          </p:cNvPr>
          <p:cNvSpPr txBox="1"/>
          <p:nvPr/>
        </p:nvSpPr>
        <p:spPr>
          <a:xfrm>
            <a:off x="7112000" y="1079500"/>
            <a:ext cx="304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kumimoji="1" lang="en-US" altLang="ja-JP" sz="1400" b="1">
                <a:solidFill>
                  <a:srgbClr val="30402A"/>
                </a:solidFill>
                <a:ea typeface="Yu Gothic" panose="020B0400000000000000" pitchFamily="50" charset="-128"/>
              </a:rPr>
              <a:t>2026</a:t>
            </a:r>
            <a:r>
              <a:rPr kumimoji="1" lang="ja-JP" altLang="en-US" sz="1400" b="1">
                <a:solidFill>
                  <a:srgbClr val="30402A"/>
                </a:solidFill>
                <a:ea typeface="Yu Gothic" panose="020B0400000000000000" pitchFamily="50" charset="-128"/>
              </a:rPr>
              <a:t>年</a:t>
            </a:r>
            <a:r>
              <a:rPr kumimoji="1" lang="en-US" altLang="ja-JP" sz="1400" b="1">
                <a:solidFill>
                  <a:srgbClr val="30402A"/>
                </a:solidFill>
                <a:ea typeface="Yu Gothic" panose="020B0400000000000000" pitchFamily="50" charset="-128"/>
              </a:rPr>
              <a:t>8</a:t>
            </a:r>
            <a:r>
              <a:rPr kumimoji="1" lang="ja-JP" altLang="en-US" sz="1400" b="1">
                <a:solidFill>
                  <a:srgbClr val="30402A"/>
                </a:solidFill>
                <a:ea typeface="Yu Gothic" panose="020B0400000000000000" pitchFamily="50" charset="-128"/>
              </a:rPr>
              <a:t>月</a:t>
            </a:r>
            <a:r>
              <a:rPr kumimoji="1" lang="en-US" altLang="ja-JP" sz="1400" b="1">
                <a:solidFill>
                  <a:srgbClr val="30402A"/>
                </a:solidFill>
                <a:ea typeface="Yu Gothic" panose="020B0400000000000000" pitchFamily="50" charset="-128"/>
              </a:rPr>
              <a:t>29</a:t>
            </a:r>
            <a:r>
              <a:rPr kumimoji="1" lang="ja-JP" altLang="en-US" sz="1400" b="1">
                <a:solidFill>
                  <a:srgbClr val="30402A"/>
                </a:solidFill>
                <a:ea typeface="Yu Gothic" panose="020B0400000000000000" pitchFamily="50" charset="-128"/>
              </a:rPr>
              <a:t>日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D17AB87-F02A-4D30-45FE-18988B92A5D7}"/>
              </a:ext>
            </a:extLst>
          </p:cNvPr>
          <p:cNvSpPr txBox="1"/>
          <p:nvPr/>
        </p:nvSpPr>
        <p:spPr>
          <a:xfrm>
            <a:off x="3175000" y="1206500"/>
            <a:ext cx="4064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kumimoji="1" lang="en-US" altLang="ja-JP" sz="1300" b="1">
                <a:solidFill>
                  <a:srgbClr val="30402A"/>
                </a:solidFill>
                <a:ea typeface="Yu Gothic" panose="020B0400000000000000" pitchFamily="50" charset="-128"/>
              </a:rPr>
              <a:t>【</a:t>
            </a:r>
            <a:r>
              <a:rPr kumimoji="1" lang="ja-JP" altLang="en-US" sz="1300" b="1">
                <a:solidFill>
                  <a:srgbClr val="30402A"/>
                </a:solidFill>
                <a:ea typeface="Yu Gothic" panose="020B0400000000000000" pitchFamily="50" charset="-128"/>
              </a:rPr>
              <a:t>とりあえず研究所主催</a:t>
            </a:r>
            <a:r>
              <a:rPr kumimoji="1" lang="en-US" altLang="ja-JP" sz="1300" b="1">
                <a:solidFill>
                  <a:srgbClr val="30402A"/>
                </a:solidFill>
                <a:ea typeface="Yu Gothic" panose="020B0400000000000000" pitchFamily="50" charset="-128"/>
              </a:rPr>
              <a:t>】</a:t>
            </a:r>
            <a:endParaRPr kumimoji="1" lang="ja-JP" altLang="en-US" sz="1300" b="1">
              <a:solidFill>
                <a:srgbClr val="30402A"/>
              </a:solidFill>
              <a:ea typeface="Yu Gothic" panose="020B04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EA90DE5-4A16-7CE4-6D00-A6F1E6D2957E}"/>
              </a:ext>
            </a:extLst>
          </p:cNvPr>
          <p:cNvSpPr txBox="1"/>
          <p:nvPr/>
        </p:nvSpPr>
        <p:spPr>
          <a:xfrm>
            <a:off x="2921000" y="1587500"/>
            <a:ext cx="457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kumimoji="1" lang="ja-JP" altLang="en-US" sz="2800" b="1">
                <a:solidFill>
                  <a:srgbClr val="9B5AE8"/>
                </a:solidFill>
                <a:ea typeface="Yu Gothic" panose="020B0400000000000000" pitchFamily="50" charset="-128"/>
              </a:rPr>
              <a:t>出版記念パーティ </a:t>
            </a:r>
            <a:r>
              <a:rPr kumimoji="1" lang="en-US" altLang="ja-JP" sz="2800" b="1">
                <a:solidFill>
                  <a:srgbClr val="9B5AE8"/>
                </a:solidFill>
                <a:ea typeface="Yu Gothic" panose="020B0400000000000000" pitchFamily="50" charset="-128"/>
              </a:rPr>
              <a:t>Vol.1</a:t>
            </a:r>
            <a:endParaRPr kumimoji="1" lang="ja-JP" altLang="en-US" sz="2800" b="1">
              <a:solidFill>
                <a:srgbClr val="9B5AE8"/>
              </a:solidFill>
              <a:ea typeface="Yu Gothic" panose="020B04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9672542-DBEC-1894-3BBC-B905D23E6B79}"/>
              </a:ext>
            </a:extLst>
          </p:cNvPr>
          <p:cNvSpPr txBox="1"/>
          <p:nvPr/>
        </p:nvSpPr>
        <p:spPr>
          <a:xfrm>
            <a:off x="2921000" y="2260600"/>
            <a:ext cx="4572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kumimoji="1" lang="ja-JP" altLang="en-US" sz="1600" b="1">
                <a:solidFill>
                  <a:srgbClr val="AD78F0"/>
                </a:solidFill>
                <a:ea typeface="Yu Gothic" panose="020B0400000000000000" pitchFamily="50" charset="-128"/>
              </a:rPr>
              <a:t>「とりあえず」でキャリアは決まる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9339C44-67B5-B730-D02B-243519AF3F13}"/>
              </a:ext>
            </a:extLst>
          </p:cNvPr>
          <p:cNvSpPr txBox="1"/>
          <p:nvPr/>
        </p:nvSpPr>
        <p:spPr>
          <a:xfrm>
            <a:off x="2984500" y="2730500"/>
            <a:ext cx="4445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kumimoji="1" lang="en-US" altLang="ja-JP" sz="1100">
                <a:solidFill>
                  <a:srgbClr val="30402A"/>
                </a:solidFill>
                <a:ea typeface="Yu Gothic" panose="020B0400000000000000" pitchFamily="50" charset="-128"/>
              </a:rPr>
              <a:t>2026</a:t>
            </a:r>
            <a:r>
              <a:rPr kumimoji="1" lang="ja-JP" altLang="en-US" sz="1100">
                <a:solidFill>
                  <a:srgbClr val="30402A"/>
                </a:solidFill>
                <a:ea typeface="Yu Gothic" panose="020B0400000000000000" pitchFamily="50" charset="-128"/>
              </a:rPr>
              <a:t>年</a:t>
            </a:r>
            <a:r>
              <a:rPr kumimoji="1" lang="en-US" altLang="ja-JP" sz="1100">
                <a:solidFill>
                  <a:srgbClr val="30402A"/>
                </a:solidFill>
                <a:ea typeface="Yu Gothic" panose="020B0400000000000000" pitchFamily="50" charset="-128"/>
              </a:rPr>
              <a:t>6</a:t>
            </a:r>
            <a:r>
              <a:rPr kumimoji="1" lang="ja-JP" altLang="en-US" sz="1100">
                <a:solidFill>
                  <a:srgbClr val="30402A"/>
                </a:solidFill>
                <a:ea typeface="Yu Gothic" panose="020B0400000000000000" pitchFamily="50" charset="-128"/>
              </a:rPr>
              <a:t>月に刊行した新刊本（ちくまプリマー新書）の出版を記念して関係者の皆さんと執筆過程の苦労・エピソードを語り尽くす！</a:t>
            </a: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50F1829F-8044-7C45-D7A6-97ECB14EE27E}"/>
              </a:ext>
            </a:extLst>
          </p:cNvPr>
          <p:cNvSpPr/>
          <p:nvPr/>
        </p:nvSpPr>
        <p:spPr>
          <a:xfrm>
            <a:off x="3175000" y="4254500"/>
            <a:ext cx="914400" cy="304800"/>
          </a:xfrm>
          <a:prstGeom prst="roundRect">
            <a:avLst/>
          </a:prstGeom>
          <a:solidFill>
            <a:srgbClr val="3A8A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b="1">
                <a:solidFill>
                  <a:srgbClr val="FFFFFF"/>
                </a:solidFill>
                <a:ea typeface="Yu Gothic" panose="020B0400000000000000" pitchFamily="50" charset="-128"/>
              </a:rPr>
              <a:t>とき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7B62A131-E0E5-06E2-2F40-B0D0FE8B3C78}"/>
              </a:ext>
            </a:extLst>
          </p:cNvPr>
          <p:cNvSpPr txBox="1"/>
          <p:nvPr/>
        </p:nvSpPr>
        <p:spPr>
          <a:xfrm>
            <a:off x="4000500" y="4229100"/>
            <a:ext cx="317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zh-TW" sz="1200" b="1">
                <a:solidFill>
                  <a:srgbClr val="30402A"/>
                </a:solidFill>
                <a:ea typeface="Yu Gothic" panose="020B0400000000000000" pitchFamily="50" charset="-128"/>
              </a:rPr>
              <a:t>2026</a:t>
            </a:r>
            <a:r>
              <a:rPr kumimoji="1" lang="zh-TW" altLang="en-US" sz="1200" b="1">
                <a:solidFill>
                  <a:srgbClr val="30402A"/>
                </a:solidFill>
                <a:ea typeface="Yu Gothic" panose="020B0400000000000000" pitchFamily="50" charset="-128"/>
              </a:rPr>
              <a:t>年</a:t>
            </a:r>
            <a:r>
              <a:rPr kumimoji="1" lang="en-US" altLang="zh-TW" sz="1200" b="1">
                <a:solidFill>
                  <a:srgbClr val="30402A"/>
                </a:solidFill>
                <a:ea typeface="Yu Gothic" panose="020B0400000000000000" pitchFamily="50" charset="-128"/>
              </a:rPr>
              <a:t>8</a:t>
            </a:r>
            <a:r>
              <a:rPr kumimoji="1" lang="zh-TW" altLang="en-US" sz="1200" b="1">
                <a:solidFill>
                  <a:srgbClr val="30402A"/>
                </a:solidFill>
                <a:ea typeface="Yu Gothic" panose="020B0400000000000000" pitchFamily="50" charset="-128"/>
              </a:rPr>
              <a:t>月</a:t>
            </a:r>
            <a:r>
              <a:rPr kumimoji="1" lang="en-US" altLang="zh-TW" sz="1200" b="1">
                <a:solidFill>
                  <a:srgbClr val="30402A"/>
                </a:solidFill>
                <a:ea typeface="Yu Gothic" panose="020B0400000000000000" pitchFamily="50" charset="-128"/>
              </a:rPr>
              <a:t>29</a:t>
            </a:r>
            <a:r>
              <a:rPr kumimoji="1" lang="zh-TW" altLang="en-US" sz="1200" b="1">
                <a:solidFill>
                  <a:srgbClr val="30402A"/>
                </a:solidFill>
                <a:ea typeface="Yu Gothic" panose="020B0400000000000000" pitchFamily="50" charset="-128"/>
              </a:rPr>
              <a:t>日（土）</a:t>
            </a:r>
            <a:r>
              <a:rPr kumimoji="1" lang="en-US" altLang="zh-TW" sz="1200" b="1">
                <a:solidFill>
                  <a:srgbClr val="30402A"/>
                </a:solidFill>
                <a:ea typeface="Yu Gothic" panose="020B0400000000000000" pitchFamily="50" charset="-128"/>
              </a:rPr>
              <a:t>15</a:t>
            </a:r>
            <a:r>
              <a:rPr kumimoji="1" lang="zh-TW" altLang="en-US" sz="1200" b="1">
                <a:solidFill>
                  <a:srgbClr val="30402A"/>
                </a:solidFill>
                <a:ea typeface="Yu Gothic" panose="020B0400000000000000" pitchFamily="50" charset="-128"/>
              </a:rPr>
              <a:t>時開始</a:t>
            </a:r>
            <a:r>
              <a:rPr kumimoji="1" lang="en-US" altLang="zh-TW" sz="1200" b="1">
                <a:solidFill>
                  <a:srgbClr val="30402A"/>
                </a:solidFill>
                <a:ea typeface="Yu Gothic" panose="020B0400000000000000" pitchFamily="50" charset="-128"/>
              </a:rPr>
              <a:t>〜17</a:t>
            </a:r>
            <a:r>
              <a:rPr kumimoji="1" lang="zh-TW" altLang="en-US" sz="1200" b="1">
                <a:solidFill>
                  <a:srgbClr val="30402A"/>
                </a:solidFill>
                <a:ea typeface="Yu Gothic" panose="020B0400000000000000" pitchFamily="50" charset="-128"/>
              </a:rPr>
              <a:t>時終了</a:t>
            </a:r>
            <a:endParaRPr kumimoji="1" lang="ja-JP" altLang="en-US" sz="1200" b="1">
              <a:solidFill>
                <a:srgbClr val="30402A"/>
              </a:solidFill>
              <a:ea typeface="Yu Gothic" panose="020B0400000000000000" pitchFamily="50" charset="-128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1F12FDB1-1859-E8C8-7640-4EB6D9EB5722}"/>
              </a:ext>
            </a:extLst>
          </p:cNvPr>
          <p:cNvSpPr/>
          <p:nvPr/>
        </p:nvSpPr>
        <p:spPr>
          <a:xfrm>
            <a:off x="3175000" y="4699000"/>
            <a:ext cx="914400" cy="304800"/>
          </a:xfrm>
          <a:prstGeom prst="roundRect">
            <a:avLst/>
          </a:prstGeom>
          <a:solidFill>
            <a:srgbClr val="3A8A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000" b="1">
                <a:solidFill>
                  <a:srgbClr val="FFFFFF"/>
                </a:solidFill>
                <a:ea typeface="Yu Gothic" panose="020B0400000000000000" pitchFamily="50" charset="-128"/>
              </a:rPr>
              <a:t>ところ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8A1A984D-7061-A807-0FD3-EE4F3FD5460F}"/>
              </a:ext>
            </a:extLst>
          </p:cNvPr>
          <p:cNvSpPr txBox="1"/>
          <p:nvPr/>
        </p:nvSpPr>
        <p:spPr>
          <a:xfrm>
            <a:off x="4000500" y="4673600"/>
            <a:ext cx="317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1200" b="1">
                <a:solidFill>
                  <a:srgbClr val="30402A"/>
                </a:solidFill>
                <a:ea typeface="Yu Gothic" panose="020B0400000000000000" pitchFamily="50" charset="-128"/>
              </a:rPr>
              <a:t>千葉経済大学</a:t>
            </a:r>
            <a:r>
              <a:rPr kumimoji="1" lang="en-US" altLang="zh-TW" sz="1200" b="1">
                <a:solidFill>
                  <a:srgbClr val="30402A"/>
                </a:solidFill>
                <a:ea typeface="Yu Gothic" panose="020B0400000000000000" pitchFamily="50" charset="-128"/>
              </a:rPr>
              <a:t>1</a:t>
            </a:r>
            <a:r>
              <a:rPr kumimoji="1" lang="zh-TW" altLang="en-US" sz="1200" b="1">
                <a:solidFill>
                  <a:srgbClr val="30402A"/>
                </a:solidFill>
                <a:ea typeface="Yu Gothic" panose="020B0400000000000000" pitchFamily="50" charset="-128"/>
              </a:rPr>
              <a:t>号館</a:t>
            </a:r>
            <a:r>
              <a:rPr kumimoji="1" lang="en-US" altLang="zh-TW" sz="1200" b="1">
                <a:solidFill>
                  <a:srgbClr val="30402A"/>
                </a:solidFill>
                <a:ea typeface="Yu Gothic" panose="020B0400000000000000" pitchFamily="50" charset="-128"/>
              </a:rPr>
              <a:t>5F</a:t>
            </a:r>
            <a:r>
              <a:rPr kumimoji="1" lang="zh-TW" altLang="en-US" sz="1200" b="1">
                <a:solidFill>
                  <a:srgbClr val="30402A"/>
                </a:solidFill>
                <a:ea typeface="Yu Gothic" panose="020B0400000000000000" pitchFamily="50" charset="-128"/>
              </a:rPr>
              <a:t>、</a:t>
            </a:r>
            <a:r>
              <a:rPr kumimoji="1" lang="en-US" altLang="zh-TW" sz="1200" b="1">
                <a:solidFill>
                  <a:srgbClr val="30402A"/>
                </a:solidFill>
                <a:ea typeface="Yu Gothic" panose="020B0400000000000000" pitchFamily="50" charset="-128"/>
              </a:rPr>
              <a:t>505</a:t>
            </a:r>
            <a:r>
              <a:rPr kumimoji="1" lang="zh-TW" altLang="en-US" sz="1200" b="1">
                <a:solidFill>
                  <a:srgbClr val="30402A"/>
                </a:solidFill>
                <a:ea typeface="Yu Gothic" panose="020B0400000000000000" pitchFamily="50" charset="-128"/>
              </a:rPr>
              <a:t>演習室</a:t>
            </a:r>
            <a:endParaRPr kumimoji="1" lang="ja-JP" altLang="en-US" sz="1200" b="1">
              <a:solidFill>
                <a:srgbClr val="30402A"/>
              </a:solidFill>
              <a:ea typeface="Yu Gothic" panose="020B0400000000000000" pitchFamily="50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4A754461-CF7F-32DD-F434-F9158D915A6C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2163" y="5567363"/>
            <a:ext cx="7874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19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</Words>
  <Application>Microsoft Office PowerPoint</Application>
  <PresentationFormat>ユーザー設定</PresentationFormat>
  <Paragraphs>9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 タロ</dc:creator>
  <cp:lastModifiedBy>PC タロ</cp:lastModifiedBy>
  <cp:revision>5</cp:revision>
  <dcterms:created xsi:type="dcterms:W3CDTF">2026-07-27T02:51:33Z</dcterms:created>
  <dcterms:modified xsi:type="dcterms:W3CDTF">2026-07-27T03:02:09Z</dcterms:modified>
</cp:coreProperties>
</file>